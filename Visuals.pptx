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4" d="100"/>
          <a:sy n="84" d="100"/>
        </p:scale>
        <p:origin x="205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15246-6D0B-45AC-8ADE-86A92C4A0FD3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BED3B-8E39-4DB4-972E-82C811DD4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217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15246-6D0B-45AC-8ADE-86A92C4A0FD3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BED3B-8E39-4DB4-972E-82C811DD4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808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15246-6D0B-45AC-8ADE-86A92C4A0FD3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BED3B-8E39-4DB4-972E-82C811DD4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51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15246-6D0B-45AC-8ADE-86A92C4A0FD3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BED3B-8E39-4DB4-972E-82C811DD4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035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15246-6D0B-45AC-8ADE-86A92C4A0FD3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BED3B-8E39-4DB4-972E-82C811DD4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28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15246-6D0B-45AC-8ADE-86A92C4A0FD3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BED3B-8E39-4DB4-972E-82C811DD4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834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15246-6D0B-45AC-8ADE-86A92C4A0FD3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BED3B-8E39-4DB4-972E-82C811DD4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221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15246-6D0B-45AC-8ADE-86A92C4A0FD3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BED3B-8E39-4DB4-972E-82C811DD4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196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15246-6D0B-45AC-8ADE-86A92C4A0FD3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BED3B-8E39-4DB4-972E-82C811DD4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059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15246-6D0B-45AC-8ADE-86A92C4A0FD3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BED3B-8E39-4DB4-972E-82C811DD4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30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15246-6D0B-45AC-8ADE-86A92C4A0FD3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BED3B-8E39-4DB4-972E-82C811DD4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890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915246-6D0B-45AC-8ADE-86A92C4A0FD3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4BED3B-8E39-4DB4-972E-82C811DD4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014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584F722B-FBF1-8173-09F8-6949D1CF89D6}"/>
              </a:ext>
            </a:extLst>
          </p:cNvPr>
          <p:cNvSpPr txBox="1"/>
          <p:nvPr/>
        </p:nvSpPr>
        <p:spPr>
          <a:xfrm>
            <a:off x="0" y="-56992"/>
            <a:ext cx="6858000" cy="30008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350" b="1" dirty="0"/>
              <a:t>Strategic Performance Overview: ABC Product Classification &amp; Logistical Efficiency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80D578-F9D2-847D-7D9E-7B17E809C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5202"/>
            <a:ext cx="6858000" cy="20367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9C7CC5-9C27-B14F-FF43-75F97910D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" y="6145221"/>
            <a:ext cx="6858000" cy="20682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FCB491-3DC5-5BA4-38AE-73931E12EC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145238"/>
            <a:ext cx="6858000" cy="17435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6DFC43D-9854-8FED-C304-8462144950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" y="2284180"/>
            <a:ext cx="6858000" cy="20275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6FC6AF-6FB2-178E-95E5-B99E43CFB7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100330"/>
            <a:ext cx="6858000" cy="207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009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125</TotalTime>
  <Words>10</Words>
  <Application>Microsoft Office PowerPoint</Application>
  <PresentationFormat>A4 Paper (210x297 mm)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Patrick Owen</dc:creator>
  <cp:lastModifiedBy>Patrick Owen</cp:lastModifiedBy>
  <cp:revision>5</cp:revision>
  <dcterms:created xsi:type="dcterms:W3CDTF">2026-04-25T04:33:24Z</dcterms:created>
  <dcterms:modified xsi:type="dcterms:W3CDTF">2026-04-25T06:54:26Z</dcterms:modified>
</cp:coreProperties>
</file>